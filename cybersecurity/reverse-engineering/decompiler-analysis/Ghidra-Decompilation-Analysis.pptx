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Inconsolata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5.xml"/><Relationship Id="rId42" Type="http://schemas.openxmlformats.org/officeDocument/2006/relationships/font" Target="fonts/Inconsolata-regular.fnt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Inconsolata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bold.fntdata"/><Relationship Id="rId16" Type="http://schemas.openxmlformats.org/officeDocument/2006/relationships/slide" Target="slides/slide11.xml"/><Relationship Id="rId38" Type="http://schemas.openxmlformats.org/officeDocument/2006/relationships/font" Target="fonts/Robo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Heatwave/The-C-Programming-Language-2nd-Edi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PR"/>
              <a:t>Errores de descompilacion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PR"/>
              <a:t>Jose E Rodriguez Rios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634650" y="1049100"/>
            <a:ext cx="5621100" cy="12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Comparación entre código alto nivel, disassembly y descompilación para los programa </a:t>
            </a:r>
            <a:r>
              <a:rPr b="0" i="0" lang="es-PR" sz="1800" u="none" cap="none" strike="noStrike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25.function.power.c,8.qsort.c y 32.expr.c</a:t>
            </a:r>
            <a:r>
              <a:rPr b="0" i="0" lang="es-P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resaltando "errores" cometidos por el descompilador.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P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Código de </a:t>
            </a:r>
            <a:r>
              <a:rPr b="0" i="0" lang="es-PR" sz="1800" u="none" cap="none" strike="noStrike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25.function.power.c,8.qsort.c y 32.expr.c</a:t>
            </a:r>
            <a:r>
              <a:rPr b="0" i="0" lang="es-PR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disponible en </a:t>
            </a:r>
            <a:r>
              <a:rPr b="0" i="0" lang="es-PR" sz="18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https://github.com/Heatwave/The-C-Programming-Language-2nd-Edition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3600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25.function.power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910306" cy="375287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>
            <p:ph type="title"/>
          </p:nvPr>
        </p:nvSpPr>
        <p:spPr>
          <a:xfrm>
            <a:off x="165785" y="2237363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En ghidra esta tratando uVarl1 y uVarl2 como una variable tipo ulong hay que cambiarlo a int para que no salga el bitwise operaciones.</a:t>
            </a:r>
            <a:br>
              <a:rPr lang="es-PR" sz="1400"/>
            </a:br>
            <a:r>
              <a:rPr lang="es-PR" sz="1400"/>
              <a:t>Local_1c debe ser int.</a:t>
            </a:r>
            <a:br>
              <a:rPr lang="es-PR" sz="1400"/>
            </a:br>
            <a:r>
              <a:rPr lang="es-PR" sz="1400"/>
              <a:t>Tambien el descompilador en ghidra guardo los resultados de power() en un variable temporero Uvarl1 y Uvarl2 en vez que en el high level se llama directamente en el print.</a:t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-95171" y="1681838"/>
            <a:ext cx="5601025" cy="273422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-28977" y="277240"/>
            <a:ext cx="2106039" cy="852986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1836" y="131323"/>
            <a:ext cx="4642164" cy="134241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4881445" y="960681"/>
            <a:ext cx="3962518" cy="169545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624269" y="470933"/>
            <a:ext cx="995481" cy="207645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79" y="117731"/>
            <a:ext cx="5910306" cy="375287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>
            <p:ph type="title"/>
          </p:nvPr>
        </p:nvSpPr>
        <p:spPr>
          <a:xfrm>
            <a:off x="165785" y="2237363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El tipo de return no concuerda con el high level return. Se puede deducir como es el main va a devolver un int.</a:t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70579" y="117731"/>
            <a:ext cx="1442451" cy="312333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185619" y="2167025"/>
            <a:ext cx="1442451" cy="312333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4306" y="228600"/>
            <a:ext cx="4642164" cy="134241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4262437" y="228600"/>
            <a:ext cx="1351845" cy="263289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79" y="117731"/>
            <a:ext cx="5910306" cy="3752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1836" y="117731"/>
            <a:ext cx="4642164" cy="134241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>
            <p:ph type="title"/>
          </p:nvPr>
        </p:nvSpPr>
        <p:spPr>
          <a:xfrm>
            <a:off x="165785" y="2237363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El loop while loop  no concuerda con el high level loop  que es un for pero tiene la misma función.</a:t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4714017" y="788939"/>
            <a:ext cx="4173368" cy="368349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205075" y="1318098"/>
            <a:ext cx="1390261" cy="267127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551" y="1103100"/>
            <a:ext cx="6172224" cy="385216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>
            <p:ph type="title"/>
          </p:nvPr>
        </p:nvSpPr>
        <p:spPr>
          <a:xfrm>
            <a:off x="211687" y="2077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functionPower main() arreglado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5750" y="98743"/>
            <a:ext cx="3186136" cy="177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28" y="373649"/>
            <a:ext cx="2900384" cy="266225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/>
          <p:nvPr/>
        </p:nvSpPr>
        <p:spPr>
          <a:xfrm>
            <a:off x="5616200" y="76988"/>
            <a:ext cx="647700" cy="466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971400" y="3004825"/>
            <a:ext cx="3834064" cy="14261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R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Los errores que se ve en esta función es que ghidra clasifico el return type y el tipo de numero que es local_10. Power se supone que devuelve un número tipo int para eso local_10 tiene que También ser int .</a:t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667951" y="2217907"/>
            <a:ext cx="484777" cy="25675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-7242" y="310238"/>
            <a:ext cx="521910" cy="401536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6167539" y="565243"/>
            <a:ext cx="904774" cy="32280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211687" y="2077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functionPower power() arreglado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2674" y="1404927"/>
            <a:ext cx="3552851" cy="2771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qsort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81373" cy="387670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>
            <p:ph type="title"/>
          </p:nvPr>
        </p:nvSpPr>
        <p:spPr>
          <a:xfrm>
            <a:off x="4961522" y="2945051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En ghidra esta tratando el array v como 7 diferentes variables en vez de tratarlo como uno solo. La razón por esto es por que cree que cada entero en el arreglo es una diferente variable y no sabe los tipos de cada uno de esos variables.</a:t>
            </a:r>
            <a:endParaRPr/>
          </a:p>
        </p:txBody>
      </p:sp>
      <p:sp>
        <p:nvSpPr>
          <p:cNvPr id="130" name="Google Shape;130;p23"/>
          <p:cNvSpPr/>
          <p:nvPr/>
        </p:nvSpPr>
        <p:spPr>
          <a:xfrm>
            <a:off x="85725" y="1696429"/>
            <a:ext cx="1047547" cy="1213459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-28977" y="277239"/>
            <a:ext cx="1767289" cy="1480124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1790" y="65654"/>
            <a:ext cx="5481678" cy="217171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/>
          <p:nvPr/>
        </p:nvSpPr>
        <p:spPr>
          <a:xfrm>
            <a:off x="3617126" y="788748"/>
            <a:ext cx="5035627" cy="271566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9973"/>
            <a:ext cx="3181373" cy="387670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>
            <p:ph type="title"/>
          </p:nvPr>
        </p:nvSpPr>
        <p:spPr>
          <a:xfrm>
            <a:off x="4961522" y="2945051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En qsort ghidra cree que recibe 4 parámetros en vez que 3. Causando el nueva variable que no existía en el programa originar in_rcx</a:t>
            </a:r>
            <a:endParaRPr sz="1400"/>
          </a:p>
        </p:txBody>
      </p:sp>
      <p:sp>
        <p:nvSpPr>
          <p:cNvPr id="140" name="Google Shape;140;p24"/>
          <p:cNvSpPr/>
          <p:nvPr/>
        </p:nvSpPr>
        <p:spPr>
          <a:xfrm>
            <a:off x="104246" y="3122579"/>
            <a:ext cx="2108797" cy="196987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1790" y="65654"/>
            <a:ext cx="5481678" cy="21717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3657600" y="1259732"/>
            <a:ext cx="2932889" cy="321013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211687" y="2077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Qsort main()  medio arreglado</a:t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136" y="1314441"/>
            <a:ext cx="3695727" cy="251461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/>
        </p:nvSpPr>
        <p:spPr>
          <a:xfrm>
            <a:off x="6619875" y="2347914"/>
            <a:ext cx="1476375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lo que veo hay un bug y no se ve bien todo los elementos en el array.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377" y="102909"/>
            <a:ext cx="3981479" cy="2000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666" y="58366"/>
            <a:ext cx="4291044" cy="209075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 txBox="1"/>
          <p:nvPr>
            <p:ph type="title"/>
          </p:nvPr>
        </p:nvSpPr>
        <p:spPr>
          <a:xfrm>
            <a:off x="-28977" y="2935323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Param_1 debería ser un int array para que se entiende mejor el printf que esta llamado después.</a:t>
            </a:r>
            <a:endParaRPr/>
          </a:p>
        </p:txBody>
      </p:sp>
      <p:sp>
        <p:nvSpPr>
          <p:cNvPr id="157" name="Google Shape;157;p26"/>
          <p:cNvSpPr/>
          <p:nvPr/>
        </p:nvSpPr>
        <p:spPr>
          <a:xfrm>
            <a:off x="-236221" y="1103042"/>
            <a:ext cx="5031958" cy="176145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126665" y="0"/>
            <a:ext cx="2708947" cy="27342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4907523" y="102909"/>
            <a:ext cx="4199188" cy="178698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5084242" y="1103041"/>
            <a:ext cx="4239720" cy="239376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211687" y="2077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Qsort printArray() arreglado</a:t>
            </a:r>
            <a:endParaRPr/>
          </a:p>
        </p:txBody>
      </p:sp>
      <p:pic>
        <p:nvPicPr>
          <p:cNvPr id="166" name="Google Shape;1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4168" y="1445410"/>
            <a:ext cx="3357587" cy="2443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8977" y="-79002"/>
            <a:ext cx="6027561" cy="40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1158" y="99478"/>
            <a:ext cx="3379466" cy="213119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>
            <p:ph type="title"/>
          </p:nvPr>
        </p:nvSpPr>
        <p:spPr>
          <a:xfrm>
            <a:off x="432879" y="2983960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Podemos ver que en ghidra se esta interpretando que hay 4 parámetros en la función  y en  el high-level hay 3 parámetros.</a:t>
            </a:r>
            <a:endParaRPr/>
          </a:p>
        </p:txBody>
      </p:sp>
      <p:sp>
        <p:nvSpPr>
          <p:cNvPr id="174" name="Google Shape;174;p28"/>
          <p:cNvSpPr/>
          <p:nvPr/>
        </p:nvSpPr>
        <p:spPr>
          <a:xfrm>
            <a:off x="0" y="-30230"/>
            <a:ext cx="4479587" cy="200464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5951158" y="70002"/>
            <a:ext cx="2780996" cy="200464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5321445" y="2912827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s-P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También se ve que pone todos los parámetros como el tipo de variable incorrectamente. _base se supone que sea el array tipo int, nmemb y size se supone que sea int.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211687" y="2077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Qsort qsort() arreglado</a:t>
            </a:r>
            <a:endParaRPr/>
          </a:p>
        </p:txBody>
      </p:sp>
      <p:pic>
        <p:nvPicPr>
          <p:cNvPr id="182" name="Google Shape;1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3714" y="1188230"/>
            <a:ext cx="2876571" cy="3624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5004879" y="2833182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Ghidra confunde el tipo de variable de param_1.Si se cambia el tipo de param_1 a un array tipo int entonces se va a descompilar correctamente. </a:t>
            </a:r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6" y="-33356"/>
            <a:ext cx="5207174" cy="2138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2547" y="0"/>
            <a:ext cx="3642945" cy="96679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0"/>
          <p:cNvSpPr/>
          <p:nvPr/>
        </p:nvSpPr>
        <p:spPr>
          <a:xfrm>
            <a:off x="0" y="0"/>
            <a:ext cx="2647950" cy="195263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5312547" y="-38118"/>
            <a:ext cx="2647950" cy="195263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5004879" y="2833182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Ghidra no pudo entender Uvarl1 que debería ser int de 4 bits por que undefined4 usualmente dice que es un variable de 4 bits..</a:t>
            </a:r>
            <a:endParaRPr/>
          </a:p>
        </p:txBody>
      </p:sp>
      <p:pic>
        <p:nvPicPr>
          <p:cNvPr id="197" name="Google Shape;19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6" y="-33356"/>
            <a:ext cx="5207174" cy="2138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2547" y="0"/>
            <a:ext cx="3642945" cy="96679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1"/>
          <p:cNvSpPr/>
          <p:nvPr/>
        </p:nvSpPr>
        <p:spPr>
          <a:xfrm>
            <a:off x="-95861" y="385764"/>
            <a:ext cx="2647950" cy="195263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1"/>
          <p:cNvSpPr/>
          <p:nvPr/>
        </p:nvSpPr>
        <p:spPr>
          <a:xfrm>
            <a:off x="5255397" y="243192"/>
            <a:ext cx="2647950" cy="195281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211687" y="2077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Qsort swap() arreglado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9875" y="1664487"/>
            <a:ext cx="3324249" cy="181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expr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8072"/>
            <a:ext cx="5791242" cy="4014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3352" y="243192"/>
            <a:ext cx="4972086" cy="200026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/>
          <p:nvPr>
            <p:ph type="title"/>
          </p:nvPr>
        </p:nvSpPr>
        <p:spPr>
          <a:xfrm>
            <a:off x="5004879" y="2833182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Ghidra no pudo entender Uvarl1 que es int en realidad y confundió uVarl con un ulong y debería ser double.</a:t>
            </a:r>
            <a:endParaRPr/>
          </a:p>
        </p:txBody>
      </p:sp>
      <p:sp>
        <p:nvSpPr>
          <p:cNvPr id="219" name="Google Shape;219;p34"/>
          <p:cNvSpPr/>
          <p:nvPr/>
        </p:nvSpPr>
        <p:spPr>
          <a:xfrm>
            <a:off x="-95861" y="385764"/>
            <a:ext cx="2647950" cy="195263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4"/>
          <p:cNvSpPr/>
          <p:nvPr/>
        </p:nvSpPr>
        <p:spPr>
          <a:xfrm>
            <a:off x="3959997" y="690867"/>
            <a:ext cx="2712266" cy="428321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8072"/>
            <a:ext cx="5791242" cy="4014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3352" y="243192"/>
            <a:ext cx="4972086" cy="200026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5"/>
          <p:cNvSpPr txBox="1"/>
          <p:nvPr>
            <p:ph type="title"/>
          </p:nvPr>
        </p:nvSpPr>
        <p:spPr>
          <a:xfrm>
            <a:off x="5004879" y="2833182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En Ghidra el main no esta definido como es en C siempre devuelve int.</a:t>
            </a:r>
            <a:endParaRPr/>
          </a:p>
        </p:txBody>
      </p:sp>
      <p:sp>
        <p:nvSpPr>
          <p:cNvPr id="228" name="Google Shape;228;p35"/>
          <p:cNvSpPr/>
          <p:nvPr/>
        </p:nvSpPr>
        <p:spPr>
          <a:xfrm>
            <a:off x="-110150" y="-97631"/>
            <a:ext cx="3153387" cy="192882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5"/>
          <p:cNvSpPr/>
          <p:nvPr/>
        </p:nvSpPr>
        <p:spPr>
          <a:xfrm>
            <a:off x="4243352" y="281292"/>
            <a:ext cx="2712266" cy="428321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3352" y="243192"/>
            <a:ext cx="4972086" cy="2000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43966"/>
            <a:ext cx="4257675" cy="295166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6"/>
          <p:cNvSpPr txBox="1"/>
          <p:nvPr>
            <p:ph type="title"/>
          </p:nvPr>
        </p:nvSpPr>
        <p:spPr>
          <a:xfrm>
            <a:off x="5004879" y="2833182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Char[MAXOP] es igual a  char[100] pero en ghidra se guarda en el stack 0xa0 o 112 en entero.</a:t>
            </a:r>
            <a:endParaRPr/>
          </a:p>
        </p:txBody>
      </p:sp>
      <p:sp>
        <p:nvSpPr>
          <p:cNvPr id="237" name="Google Shape;237;p36"/>
          <p:cNvSpPr/>
          <p:nvPr/>
        </p:nvSpPr>
        <p:spPr>
          <a:xfrm>
            <a:off x="0" y="1776416"/>
            <a:ext cx="1415074" cy="133348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6"/>
          <p:cNvSpPr/>
          <p:nvPr/>
        </p:nvSpPr>
        <p:spPr>
          <a:xfrm>
            <a:off x="4407672" y="1091322"/>
            <a:ext cx="2647950" cy="195281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630" y="3112821"/>
            <a:ext cx="5014949" cy="75392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6"/>
          <p:cNvSpPr/>
          <p:nvPr/>
        </p:nvSpPr>
        <p:spPr>
          <a:xfrm>
            <a:off x="2090738" y="3567116"/>
            <a:ext cx="1415074" cy="133348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7149"/>
            <a:ext cx="30547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7"/>
          <p:cNvSpPr txBox="1"/>
          <p:nvPr>
            <p:ph type="title"/>
          </p:nvPr>
        </p:nvSpPr>
        <p:spPr>
          <a:xfrm>
            <a:off x="5004879" y="2833182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Ghidra no puede entender parte del programa porque hay errores en las funciones que llaman como en el pop que se supone que devuelve algo, pero esta void en ghidra.</a:t>
            </a:r>
            <a:endParaRPr/>
          </a:p>
        </p:txBody>
      </p:sp>
      <p:sp>
        <p:nvSpPr>
          <p:cNvPr id="247" name="Google Shape;247;p37"/>
          <p:cNvSpPr/>
          <p:nvPr/>
        </p:nvSpPr>
        <p:spPr>
          <a:xfrm>
            <a:off x="57907" y="771587"/>
            <a:ext cx="2771017" cy="3695638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4879" y="143070"/>
            <a:ext cx="3917049" cy="3093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41" y="0"/>
            <a:ext cx="24798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8"/>
          <p:cNvSpPr txBox="1"/>
          <p:nvPr>
            <p:ph type="title"/>
          </p:nvPr>
        </p:nvSpPr>
        <p:spPr>
          <a:xfrm>
            <a:off x="211687" y="2077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expr main() arreglado</a:t>
            </a:r>
            <a:endParaRPr/>
          </a:p>
        </p:txBody>
      </p:sp>
      <p:pic>
        <p:nvPicPr>
          <p:cNvPr id="255" name="Google Shape;25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6506" y="2052637"/>
            <a:ext cx="4076730" cy="2633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4879" y="485777"/>
            <a:ext cx="3629052" cy="280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0" y="385764"/>
            <a:ext cx="3781453" cy="481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9"/>
          <p:cNvSpPr txBox="1"/>
          <p:nvPr>
            <p:ph type="title"/>
          </p:nvPr>
        </p:nvSpPr>
        <p:spPr>
          <a:xfrm>
            <a:off x="5004879" y="2833182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Ghidra confudio el return value de getop se supone que sea int.</a:t>
            </a:r>
            <a:endParaRPr/>
          </a:p>
        </p:txBody>
      </p:sp>
      <p:sp>
        <p:nvSpPr>
          <p:cNvPr id="263" name="Google Shape;263;p39"/>
          <p:cNvSpPr/>
          <p:nvPr/>
        </p:nvSpPr>
        <p:spPr>
          <a:xfrm>
            <a:off x="-95862" y="385764"/>
            <a:ext cx="3734411" cy="252411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9"/>
          <p:cNvSpPr/>
          <p:nvPr/>
        </p:nvSpPr>
        <p:spPr>
          <a:xfrm>
            <a:off x="4962526" y="385764"/>
            <a:ext cx="3552824" cy="481016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title"/>
          </p:nvPr>
        </p:nvSpPr>
        <p:spPr>
          <a:xfrm>
            <a:off x="211687" y="2077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expr getop() arreglado</a:t>
            </a:r>
            <a:endParaRPr/>
          </a:p>
        </p:txBody>
      </p:sp>
      <p:pic>
        <p:nvPicPr>
          <p:cNvPr id="270" name="Google Shape;27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0277" y="1921667"/>
            <a:ext cx="4443445" cy="461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1579" y="183349"/>
            <a:ext cx="4138643" cy="178595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1"/>
          <p:cNvSpPr txBox="1"/>
          <p:nvPr>
            <p:ph type="title"/>
          </p:nvPr>
        </p:nvSpPr>
        <p:spPr>
          <a:xfrm>
            <a:off x="5004879" y="2833182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Ghidra confudio que pop no devuelve nada. Pero en el high level codigo devuelve un numero double.</a:t>
            </a:r>
            <a:endParaRPr/>
          </a:p>
        </p:txBody>
      </p:sp>
      <p:sp>
        <p:nvSpPr>
          <p:cNvPr id="277" name="Google Shape;277;p41"/>
          <p:cNvSpPr/>
          <p:nvPr/>
        </p:nvSpPr>
        <p:spPr>
          <a:xfrm>
            <a:off x="-95861" y="385764"/>
            <a:ext cx="2647950" cy="195263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1"/>
          <p:cNvSpPr/>
          <p:nvPr/>
        </p:nvSpPr>
        <p:spPr>
          <a:xfrm>
            <a:off x="5255397" y="243192"/>
            <a:ext cx="2647950" cy="195281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71" y="78574"/>
            <a:ext cx="2438418" cy="199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type="title"/>
          </p:nvPr>
        </p:nvSpPr>
        <p:spPr>
          <a:xfrm>
            <a:off x="211687" y="2077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expr pop() arreglado</a:t>
            </a:r>
            <a:endParaRPr/>
          </a:p>
        </p:txBody>
      </p:sp>
      <p:pic>
        <p:nvPicPr>
          <p:cNvPr id="285" name="Google Shape;28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9872" y="1445990"/>
            <a:ext cx="2605107" cy="2724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4843498" cy="3000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1914" y="90810"/>
            <a:ext cx="4972086" cy="13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3"/>
          <p:cNvSpPr txBox="1"/>
          <p:nvPr>
            <p:ph type="title"/>
          </p:nvPr>
        </p:nvSpPr>
        <p:spPr>
          <a:xfrm>
            <a:off x="5004879" y="2833182"/>
            <a:ext cx="3822555" cy="2067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 sz="1400"/>
              <a:t>Ghidra no pudo entender que el function push recibe un variable de tipo double. Y se cree que los variables globales sp y val son undefined. En este caso es cambiar el type de sp a int, val a array de double y param_1 a double. </a:t>
            </a:r>
            <a:endParaRPr/>
          </a:p>
        </p:txBody>
      </p:sp>
      <p:sp>
        <p:nvSpPr>
          <p:cNvPr id="293" name="Google Shape;293;p43"/>
          <p:cNvSpPr/>
          <p:nvPr/>
        </p:nvSpPr>
        <p:spPr>
          <a:xfrm>
            <a:off x="661988" y="47930"/>
            <a:ext cx="957262" cy="275919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3"/>
          <p:cNvSpPr/>
          <p:nvPr/>
        </p:nvSpPr>
        <p:spPr>
          <a:xfrm>
            <a:off x="5255397" y="243192"/>
            <a:ext cx="2647950" cy="195281"/>
          </a:xfrm>
          <a:prstGeom prst="roundRect">
            <a:avLst>
              <a:gd fmla="val 0" name="adj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 txBox="1"/>
          <p:nvPr>
            <p:ph type="title"/>
          </p:nvPr>
        </p:nvSpPr>
        <p:spPr>
          <a:xfrm>
            <a:off x="211687" y="2077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PR"/>
              <a:t>expr push() arreglado</a:t>
            </a:r>
            <a:endParaRPr/>
          </a:p>
        </p:txBody>
      </p:sp>
      <p:pic>
        <p:nvPicPr>
          <p:cNvPr id="300" name="Google Shape;30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5501" y="1057264"/>
            <a:ext cx="4652997" cy="302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